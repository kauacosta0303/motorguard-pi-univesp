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PROJETO INTEGRADOR · ENGENHARIA DE COMPUTAÇÃO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MOTORGUARD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55648"/>
            <a:ext cx="10972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A1B7CB"/>
                </a:solidFill>
                <a:latin typeface="Aptos"/>
              </a:defRPr>
            </a:pPr>
            <a:r>
              <a:t>Sistema inteligente para análise experimental de falhas em motores elétricos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60903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Kauã Gabriel da Costa · Junio Harnold de Souza Braz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46703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Julian de Almeida Santos · Rodrigo Marucci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3250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Orientador: Rafael Enrique Nunes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1830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Relatório final técnico — versão para revisão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DESAFIO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Falhas inesperadas e decisões de manutenção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55648"/>
            <a:ext cx="10972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A1B7CB"/>
                </a:solidFill>
                <a:latin typeface="Aptos"/>
              </a:defRPr>
            </a:pPr>
            <a:r>
              <a:t>A pergunta: é possível identificar condições relacionadas a falhas a partir de dados?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946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0">
                <a:solidFill>
                  <a:srgbClr val="F3FAFF"/>
                </a:solidFill>
                <a:latin typeface="Aptos"/>
              </a:defRPr>
            </a:pPr>
            <a:r>
              <a:t>Paradas não programadas elevam custos e indisponibilidade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28416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27832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0">
                <a:solidFill>
                  <a:srgbClr val="F3FAFF"/>
                </a:solidFill>
                <a:latin typeface="Aptos"/>
              </a:defRPr>
            </a:pPr>
            <a:r>
              <a:t>Dados operacionais podem apoiar análises e priorização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87368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4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0">
                <a:solidFill>
                  <a:srgbClr val="F3FAFF"/>
                </a:solidFill>
                <a:latin typeface="Aptos"/>
              </a:defRPr>
            </a:pPr>
            <a:r>
              <a:t>Identificar uma classe NÃO equivale a prever a data de falha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ESCOPO E HONESTIDADE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Dados sintéticos, não sensores reais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55648"/>
            <a:ext cx="10972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A1B7CB"/>
                </a:solidFill>
                <a:latin typeface="Aptos"/>
              </a:defRPr>
            </a:pPr>
            <a:r>
              <a:t>5.000 registros experimentais, 54 rotulados com falha (1,08%).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8" name="Picture 7" descr="fig03_distribu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10058400" cy="35560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DADOS E VARIÁVEIS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Seis entradas → um rótulo de falha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946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Temperatura (°C) · vibração (mm/s) · corrente (A)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28416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27832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Rotação (rpm) · torque (N·m) · horas de operação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87368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86784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“Falha” é apenas o rótulo binário artificial usado para treinar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ARQUITETURA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Do dataset até o navegador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7" name="Picture 6" descr="fig01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0"/>
            <a:ext cx="11155680" cy="3306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RIGOR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Treino, validação e teste separados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946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60% treinamento · 20% validação · 20% teste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73552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72968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Pré-processamento dentro do pipeline, sem vazamento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77640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77056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Modelo selecionado pela Average Precision na validação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81728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81144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3FAFF"/>
                </a:solidFill>
                <a:latin typeface="Aptos"/>
              </a:defRPr>
            </a:pPr>
            <a:r>
              <a:t>Limiar selecionado por F2 na validação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COMPARAÇÃO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A regressão logística venceu na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7" name="Picture 6" descr="fig05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247120" cy="38384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RESULTADO NO TESTE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7 positivos detectados · 4 não detectados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55648"/>
            <a:ext cx="10972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A1B7CB"/>
                </a:solidFill>
                <a:latin typeface="Aptos"/>
              </a:defRPr>
            </a:pPr>
            <a:r>
              <a:t>O conjunto final tem somente 11 positivos e 1.000 registros.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8" name="Picture 7" descr="fig04_matriz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965960"/>
            <a:ext cx="6035040" cy="5014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INTERPRETAÇÃO CRÍTICA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Não basta apresentar uma ROC AUC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946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Recall: 63,6% · precisão: 5,26%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82696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126 falsos alarmes em 1.000 registros testados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95928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95344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Baseline: 98,9% de acurácia, mas 0% de 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08576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O desempenho não é validado para motores reais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INTERATIVIDADE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Dashboard + API + simulador +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fig06_mocku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5104"/>
            <a:ext cx="10927080" cy="57288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TESTES E REPRODUTIBILIDADE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Código, dados, modelo e testes no pacote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946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python data/gerar_base.py → reproduz a base sintética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82696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python -m ml.train → treina e registra métricas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95928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95344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python -m pytest tests -q → 10 testes aprovados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08576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python -m uvicorn app.main:app → inicia o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ETAPAS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Ouvir · criar · implementar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fig02_metod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93392"/>
            <a:ext cx="10515600" cy="36317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EE3B7"/>
                </a:solidFill>
                <a:latin typeface="Aptos"/>
              </a:defRPr>
            </a:pPr>
            <a: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3FAFF"/>
                </a:solidFill>
                <a:latin typeface="Aptos"/>
              </a:defRPr>
            </a:pPr>
            <a:r>
              <a:t>Contribuições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1440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A1B7CB"/>
                </a:solidFill>
                <a:latin typeface="Aptos"/>
              </a:defRPr>
            </a:pPr>
            <a:r>
              <a:t>UNIVESP · MOTORGUARD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defRPr sz="1000" b="0">
                <a:solidFill>
                  <a:srgbClr val="A1B7C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946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Protótipo acadêmico completo, demonstrável e auditável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0098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Coletar dados reais, avaliar deriva e melhorar precisão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3250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Documentar visita e feedback de uma comunidade externa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64024"/>
            <a:ext cx="82296" cy="82296"/>
          </a:xfrm>
          <a:prstGeom prst="rect">
            <a:avLst/>
          </a:prstGeom>
          <a:solidFill>
            <a:srgbClr val="7E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10469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F3FAFF"/>
                </a:solidFill>
                <a:latin typeface="Aptos"/>
              </a:defRPr>
            </a:pPr>
            <a:r>
              <a:t>Gravar vídeo e atualizar relatório antes da entrega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